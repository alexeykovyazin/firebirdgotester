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worker connections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numRef>
              <c:f>Sheet1!$A$2:$A$36</c:f>
              <c:numCache>
                <c:formatCode>0</c:formatCode>
                <c:ptCount val="35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</c:numCache>
            </c:num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2</c:v>
                </c:pt>
                <c:pt idx="1">
                  <c:v>5</c:v>
                </c:pt>
                <c:pt idx="2">
                  <c:v>8</c:v>
                </c:pt>
                <c:pt idx="3">
                  <c:v>11</c:v>
                </c:pt>
                <c:pt idx="4">
                  <c:v>14</c:v>
                </c:pt>
                <c:pt idx="5">
                  <c:v>17</c:v>
                </c:pt>
                <c:pt idx="6">
                  <c:v>20</c:v>
                </c:pt>
                <c:pt idx="7">
                  <c:v>20</c:v>
                </c:pt>
                <c:pt idx="8">
                  <c:v>20</c:v>
                </c:pt>
                <c:pt idx="9">
                  <c:v>20</c:v>
                </c:pt>
                <c:pt idx="10">
                  <c:v>20</c:v>
                </c:pt>
                <c:pt idx="11">
                  <c:v>20</c:v>
                </c:pt>
                <c:pt idx="12">
                  <c:v>20</c:v>
                </c:pt>
                <c:pt idx="13">
                  <c:v>20</c:v>
                </c:pt>
                <c:pt idx="14">
                  <c:v>17.2</c:v>
                </c:pt>
                <c:pt idx="15">
                  <c:v>13.6</c:v>
                </c:pt>
                <c:pt idx="16">
                  <c:v>11.4</c:v>
                </c:pt>
                <c:pt idx="17">
                  <c:v>9.7</c:v>
                </c:pt>
                <c:pt idx="18">
                  <c:v>13.7</c:v>
                </c:pt>
                <c:pt idx="19">
                  <c:v>15.4</c:v>
                </c:pt>
                <c:pt idx="20">
                  <c:v>16.7</c:v>
                </c:pt>
                <c:pt idx="21">
                  <c:v>15.6</c:v>
                </c:pt>
                <c:pt idx="22">
                  <c:v>13.7</c:v>
                </c:pt>
                <c:pt idx="23">
                  <c:v>10.5</c:v>
                </c:pt>
                <c:pt idx="24">
                  <c:v>13.7</c:v>
                </c:pt>
                <c:pt idx="25">
                  <c:v>16.5</c:v>
                </c:pt>
                <c:pt idx="26">
                  <c:v>19.2</c:v>
                </c:pt>
                <c:pt idx="27">
                  <c:v>18.9</c:v>
                </c:pt>
                <c:pt idx="28">
                  <c:v>17.1</c:v>
                </c:pt>
                <c:pt idx="29">
                  <c:v>19.8</c:v>
                </c:pt>
                <c:pt idx="30">
                  <c:v>16.2</c:v>
                </c:pt>
                <c:pt idx="31">
                  <c:v>15.5</c:v>
                </c:pt>
                <c:pt idx="32">
                  <c:v>11</c:v>
                </c:pt>
                <c:pt idx="33">
                  <c:v>6.5</c:v>
                </c:pt>
                <c:pt idx="34">
                  <c:v>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dateAx>
        <c:axId val="2094734554"/>
        <c:scaling>
          <c:orientation val="minMax"/>
        </c:scaling>
        <c:delete val="0"/>
        <c:axPos val="b"/>
        <c:numFmt formatCode="0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date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Go binary; drives real Firebird workloads against the classic EMPLOYEE sample schema. Screenshot: sanitized demo rig (C:\Demo\FirebirdLoad).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Facts: profiles in profile/ (write-heavy, read-heavy, spike); 10+ concurrent sessions exercised in the demo rig; API surface in API.md.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Simplification note: discovery is the control-plane view; schema gate + cache happen per session start (session/manager.go startInternal).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Weights are the profile definitions, not estimates: write-heavy profile/write_heavy.go:18-66, read-heavy profile/read_heavy.go (7 ops each, from the technical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Defaults 30/120/20 s (config/config.go:89-91). No-limit mode: fixed 60 s warmup, then steady until stopped. Spike profile: sawtooth cycles in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machine per session/manager.go. Budget exhaustion returns a session to Idle (recorded as skipped); only gate/cache/validation failures set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Budget: maxTotalConns, even per-DB split, live resize (config/config.go:102). Driver: IBSurgeon firebirdsql-go fork of nakagami/firebirdsql.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Latency percentiles and error classification from worker/metrics; per-run report directories under reports/.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Components: ui/ (embedded SPA + handlers), session/ (manager, run history), schedule/ (engine), ramp/ + worker/ (load). Driver: IBSurgeon firebirdsql-go.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ui/static: vanilla JS SPA embedded via go:embed; poll interval 1.5 s; tabs Sessions/Schedules/Runs; details drawer; light/dark themes.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Auth: --ui-token (mutations), --ui-auth-all (GETs too; health and /metrics stay open). --cors-origin for browser clients. Async start: wait:false -&gt; 202.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schedule/ package: cron via robfig/cron v3 + tzdata; policies in Policy struct; store fb-loadgen.schedules.json; missed fires recorded (catchUp to force). Recurring triggers require timeLimitMin &gt;=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session/run.go: retention 500 runs / 30 days, schedule-referenced runs kept; interrupted runs marked cancelled on boot. Webhook HMAC: X-FBLoadGen-Signature.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loop: the agent watches /metrics (or receives the run.finished webhook), decides a spike is needed, triggers a spike-profile schedule (run.overrides.profile = spike), reads the run record, then adapts thinkMs / txTimeout via PATCH and repeats. The OpenAPI spec (api/openapi.yaml) is the contract agent frameworks consume — no custom integration. Safety stays server-side: ifRunning=skip, budget wait, time limits cap every spike.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Units are executable SPs from the business_ops registry; Go picks them weighted-random and executes one per transaction in READ COMMITTED NO WAIT. Score = successful units per main-phase minute. Invariants: SRV_MAKE_INVNT_SALDO / SRV_MAKE_MONEY_SALDO must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Provision: create (page size 8192) + vendored DDL/SP scripts + settings + dictionaries + documents, then the schema guard gates every start. Scripts are verbatim upstream oltp-emul (MIT); the splitter is quote-aware with golden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is the live UI. Per-unit table separates ok / conflict / rejected / failure with avg and max latency. History compares scores across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run against the same control plane; recipes adapted from API.md.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Done items shipped with schedules/history; roadmap from IMPROVEMENTS.md.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tables live in API.md and README.md.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55448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</a:t>
            </a:r>
            <a:pPr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Firebird Load Generator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6035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testing for Firebird — from a one-shot CLI to a scheduled, multi-database fleet with a full REST API.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397764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EMPLOYEE-schema workloads · ramp + spike profiles · schedules · run history · Prometheus &amp; webhooks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086600" y="1051560"/>
            <a:ext cx="46634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  <a:effectLst>
            <a:outerShdw sx="100000" sy="100000" kx="0" ky="0" algn="bl" rotWithShape="0" blurRad="101600" dist="25400" dir="16200000">
              <a:srgbClr val="1C2733">
                <a:alpha val="18000"/>
              </a:srgbClr>
            </a:outerShdw>
          </a:effectLst>
        </p:spPr>
      </p:sp>
      <p:pic>
        <p:nvPicPr>
          <p:cNvPr id="7" name="Image 0" descr="E:\Projects_2026\firebirdgotester\presentation\assets\ui_ses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6328" y="1333310"/>
            <a:ext cx="4443984" cy="249974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86600" y="42062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Multi-database control plane — live status, one click per database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143000"/>
            <a:ext cx="26517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258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67512" y="2212848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 binary — CLI, UI and API in one executable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355848" y="1143000"/>
            <a:ext cx="26517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93008" y="13258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3520440" y="2212848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profiles: write-heavy, read-heavy, spike, oltp-emul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08776" y="1143000"/>
            <a:ext cx="26517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45936" y="13258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10+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6373368" y="2212848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databases per control plane, one worker = one connection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61704" y="1143000"/>
            <a:ext cx="26517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98864" y="13258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9226296" y="2212848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API-first: schedules, runs and metrics without the UI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21208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WAYS TO RUN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74904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3886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One-shot CLI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31520" y="4297680"/>
            <a:ext cx="5029200" cy="1051560"/>
          </a:xfrm>
          <a:prstGeom prst="roundRect">
            <a:avLst>
              <a:gd name="adj" fmla="val 5217"/>
            </a:avLst>
          </a:prstGeom>
          <a:solidFill>
            <a:srgbClr val="1C2733"/>
          </a:solidFill>
          <a:ln/>
        </p:spPr>
      </p:sp>
      <p:sp>
        <p:nvSpPr>
          <p:cNvPr id="21" name="Text 18"/>
          <p:cNvSpPr/>
          <p:nvPr/>
        </p:nvSpPr>
        <p:spPr>
          <a:xfrm>
            <a:off x="868680" y="438912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--profile write-heavy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--dsn "localhost/3055:./EMPLOYEE.FDB"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--warmup 30 --main 120 --cooldown 20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31520" y="5486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Ramp, measure, report — one database, one run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74904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46520" y="3886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plane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46520" y="4297680"/>
            <a:ext cx="5029200" cy="1051560"/>
          </a:xfrm>
          <a:prstGeom prst="roundRect">
            <a:avLst>
              <a:gd name="adj" fmla="val 5217"/>
            </a:avLst>
          </a:prstGeom>
          <a:solidFill>
            <a:srgbClr val="1C2733"/>
          </a:solidFill>
          <a:ln/>
        </p:spPr>
      </p:sp>
      <p:sp>
        <p:nvSpPr>
          <p:cNvPr id="26" name="Text 23"/>
          <p:cNvSpPr/>
          <p:nvPr/>
        </p:nvSpPr>
        <p:spPr>
          <a:xfrm>
            <a:off x="6583680" y="438912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   # UI + REST API + schedules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$BASE/api/sessions/$ID/start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-d '{"timeLimitMin": 15}'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46520" y="5486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 many databases, run and schedule a fleet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 — the life of one run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process, one worker = one dedicated connection. Gate and cache run at every start.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1120140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1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2162668"/>
            <a:ext cx="10981944" cy="1343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58368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8368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 *.fdb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2505456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505456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gate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352544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352544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Cache warm-up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99632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199632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Ramp workers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046720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9893808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893808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21208" y="539496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runs inside one Go binary — the same executable is the CLI, the control plane and the load generator.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model — real operation weights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Schema-aware operations: inserts respect FKs, updates follow state transitions, expected business exceptions are not errors.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548640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2a_write_he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830118"/>
            <a:ext cx="5266944" cy="310632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17920" y="1371600"/>
            <a:ext cx="548640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9" name="Image 1" descr="E:\Projects_2026\firebirdgotester\presentation\assets\d2b_read_he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648" y="1744190"/>
            <a:ext cx="5266944" cy="3278181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22960" y="5623560"/>
            <a:ext cx="539496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822960" y="562356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Respects EMPLOYEE constraints (PO_NUMBER, salary bounds, status transitions)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446520" y="5623560"/>
            <a:ext cx="52120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446520" y="5623560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exceptions like order_already_shipped tracked separately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Connection ramp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Warmup (linear up) → main (random walk between min and max) → cooldown (linear down). A time limit rescales all phases.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5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371600"/>
          <a:ext cx="75895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321040" y="1371600"/>
            <a:ext cx="3383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50392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Warmup  </a:t>
            </a:r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→ 30 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8503920" y="1828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linear ramp to the peak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321040" y="2560320"/>
            <a:ext cx="3383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503920" y="2651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  </a:t>
            </a:r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→ 150 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503920" y="30175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walk between min/max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321040" y="3749040"/>
            <a:ext cx="3383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503920" y="3840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Cooldown  </a:t>
            </a:r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 → 170 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503920" y="4206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graceful ramp down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321040" y="5029200"/>
            <a:ext cx="33832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502920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spike profile = sawtooth cycles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5989320"/>
            <a:ext cx="758952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989320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no-limit mode: 60 s warmup, then steady until stopped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lifecycle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database in the fleet is a session with an explicit, observable state.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667512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4_st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8877" y="1435608"/>
            <a:ext cx="5163205" cy="46725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5544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Starting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gate + connection-budget reservation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452360" y="24688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is being generated; live TPS and latency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452360" y="33832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Paused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workers and countdown frozen, connections kept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52360" y="42976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Completed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limit reached — final metrics retained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452360" y="52120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Failed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connection or schema problem, reason in lastError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rails &amp; compatibility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28016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89888"/>
            <a:ext cx="6355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gate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database must be reachable and EMPLOYEE-readable before any load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450592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560320"/>
            <a:ext cx="6355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Startup lookup cache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preloads valid FK ranges — inserts never guess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621024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3730752"/>
            <a:ext cx="6355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 connection budget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maxTotalConns, split evenly, resized live across running sessions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4791456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4901184"/>
            <a:ext cx="6355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timeouts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per-session tx timeout; expected business exceptions classified apart from real errors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498080" y="1280160"/>
            <a:ext cx="4206240" cy="46634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26680" y="14630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on the IBSurgeon driver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726680" y="1874520"/>
            <a:ext cx="37490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firebirdsql-go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IBSurgeon's maintained fork of the popular Go Firebird driver.
</a:t>
            </a:r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Firebird wire protocol
</a:t>
            </a:r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SRP and legacy authentication
</a:t>
            </a:r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 encryption and compression
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 as driver </a:t>
            </a:r>
            <a:pPr indent="0" marL="0">
              <a:buNone/>
            </a:pPr>
            <a:r>
              <a:rPr lang="en-US" sz="11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firebirdsql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Go's database/sql.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 &amp; reports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counters in the UI and API; durable artifacts on disk after every run.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6035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143560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TPS &amp; success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 per second, per session and fleet-wide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2514600"/>
            <a:ext cx="6035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262432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Latency p50 / p95 / p99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latency percentiles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3703320"/>
            <a:ext cx="6035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81304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classification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(business) vs unexpected, with top operations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892040"/>
            <a:ext cx="6035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500176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 error log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failed statement logged with context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766560" y="1325880"/>
            <a:ext cx="4937760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15087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Per-run report directory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995160" y="1965960"/>
            <a:ext cx="4480560" cy="3017520"/>
          </a:xfrm>
          <a:prstGeom prst="roundRect">
            <a:avLst>
              <a:gd name="adj" fmla="val 1818"/>
            </a:avLst>
          </a:prstGeom>
          <a:solidFill>
            <a:srgbClr val="1C2733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0" y="2057400"/>
            <a:ext cx="42062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reports/db1_EMPLOYEE.FDB/20260829-201952/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results_summary.txt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results_performance.txt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results_operations.txt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results_status.txt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results.csv  +  results.csv_latency.txt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sql_errors.log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/api/sessions/{id}/report/{file}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995160" y="512064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Download any file over the API — no filesystem access needed.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plane architecture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Go process serves the UI, the REST API, the scheduler and the load itself.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9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7863840" cy="493776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5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1615" y="1435608"/>
            <a:ext cx="5946451" cy="47183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49640" y="160020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Embedded SPA — no separate web server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49640" y="24688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— same process, same binary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549640" y="33375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engine — persisted, restart-safe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549640" y="420624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manager — status + connection budget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8549640" y="50749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history — records, webhooks, retention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approach — a thin client over the API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UI is just another API client: everything it shows comes from the same REST endpoints.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43434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1435608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Embedded, zero-install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vanilla-JS SPA inside the exe — no framework, no build step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532888"/>
            <a:ext cx="43434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2642616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Live, not frozen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polls the API every 1.5 s; per-row start/pause/stop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3739896"/>
            <a:ext cx="43434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849624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Schedules &amp; Runs tabs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create schedules, run now, inspect per-session outcomes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946904"/>
            <a:ext cx="43434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5056632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Operator-friendly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details drawer, light/dark themes, bearer-token prompt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0" y="1325880"/>
            <a:ext cx="6675120" cy="493776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15" name="Image 0" descr="E:\Projects_2026\firebirdgotester\presentation\assets\d6_ui_life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8928" y="2266962"/>
            <a:ext cx="6455664" cy="30555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API-first: everything is an endpoint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API is the product surface; the UI proves it. Full guide with curl and PowerShell recipes in API.md.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4173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" y="1728216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/api/sessions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/api/sessions/{id}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…/start  stop  pause  resume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…/validate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/api/sessions/{id}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start-all / stop-all / pause-all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17920" y="1325880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14173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0" y="1728216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/api/schedules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/api/schedules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 DELETE /{id}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/{id}/trigger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/{id}/runs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" y="3291840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33832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&amp; reports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85800" y="3694176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/api/runs?session=&amp;since=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/api/runs/{id}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/api/runs/{id}/cancel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…/{id}/report/{file}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17920" y="3291840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33832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ops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400800" y="3694176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/api/discover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GET/PUT /api/config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/api/health  /api/version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/metrics (Prometheus)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2920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--ui-token — bearer auth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770632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70632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--ui-auth-all — protect GETs too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38344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38344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--api-only — headless for CI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306056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06056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wait:false — async start → 202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73768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573768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--cors-origin — browser clients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runs — load without a human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Persisted schedules fire runs automatically; every fire is recorded, skippable and budget-aware.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7223760" cy="3794760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7_schedu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78" y="1435608"/>
            <a:ext cx="6566244" cy="357530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5349240"/>
            <a:ext cx="352044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02920" y="534924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once / interval / cron + timezone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206240" y="5349240"/>
            <a:ext cx="352044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206240" y="534924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ifRunning: skip or stopAndRun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7909560" y="5349240"/>
            <a:ext cx="379476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909560" y="534924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ifBudgetFull: wait (timeout) or skip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5897880"/>
            <a:ext cx="352044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89788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staggerSec between per-DB starts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206240" y="5897880"/>
            <a:ext cx="420624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206240" y="589788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survives restarts; catchUp for missed fires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595360" y="5897880"/>
            <a:ext cx="310896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595360" y="589788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webhook per schedule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history &amp; observability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execution — scheduled or manual — becomes a queryable record.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69494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8_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8185" y="1481328"/>
            <a:ext cx="4958910" cy="28895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457200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Per-session outcomes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status, TPS, success/errors, report dir, skip reasons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160520" y="457200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 runs / 30 days, atomic writes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548640" y="530352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history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 restarted mid-run → run marked cancelled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4160520" y="530352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Webhooks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HMAC-signed JSON on every finished run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03504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Prometheus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fleet, per-session and schedule fire metrics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680960" y="1371600"/>
            <a:ext cx="4023360" cy="484632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09560" y="15544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 it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7909560" y="2011680"/>
            <a:ext cx="3566160" cy="2377440"/>
          </a:xfrm>
          <a:prstGeom prst="roundRect">
            <a:avLst>
              <a:gd name="adj" fmla="val 2308"/>
            </a:avLst>
          </a:prstGeom>
          <a:solidFill>
            <a:srgbClr val="1C2733"/>
          </a:solidFill>
          <a:ln/>
        </p:spPr>
      </p:sp>
      <p:sp>
        <p:nvSpPr>
          <p:cNvPr id="16" name="Text 12"/>
          <p:cNvSpPr/>
          <p:nvPr/>
        </p:nvSpPr>
        <p:spPr>
          <a:xfrm>
            <a:off x="8046720" y="210312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$BASE/api/runs?limit=10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$BASE/api/runs/$RUN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$BASE/api/schedules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runs?outcome=ok&amp;since=…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per-session: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$BASE/api/sessions/$ID/runs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7909560" y="457200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Outcome: running / ok / partial / failed / cancelled / skipped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 the loop — agents run the load spikes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API is a machine contract: JSON everywhere, an OpenAPI spec, signed webhooks. An agent can close the loop unattended.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1120140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9_ai_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530372"/>
            <a:ext cx="10981944" cy="18770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3886200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04088" y="399592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Machine-readable contract — 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reads api/openapi.yaml — endpoints, schemas and status codes without human docs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17920" y="3886200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19088" y="399592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Headless by design — 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--api-only serves JSON only; async start returns 202; /api/health for liveness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" y="5212080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04088" y="532180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Push, not poll — 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HMAC-signed run.finished webhook announces every completed run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5212080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19088" y="532180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Bounded autonomy — 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server-side policies cap every spike: ifRunning, budget wait, time limits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OLTP-EMUL — a business process, not just SQL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Borrows the FirebirdSQL oltp-emul model (MIT, Pavel Zotov): a car-service supply business runs inside the database as stored procedures.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order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· creation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55848" y="137160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93008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Supplier order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493008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· creation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08776" y="137160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45936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Supplier invoice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345936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· creation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061704" y="137160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98864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Invoice → stock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9198864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· state_next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26060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7157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Reserve / sale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40080" y="3154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· state_next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355848" y="26060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93008" y="27157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 supplier / customer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3493008" y="3154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payments · creation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208776" y="26060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45936" y="27157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step cancellable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345936" y="3154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removal · state_back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9098280" y="1371600"/>
            <a:ext cx="26060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281160" y="15087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281160" y="187452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successful business actions per minute — weighted random unit mix; warmup grows the database, measurement adds churn.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02920" y="4069080"/>
            <a:ext cx="548640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02920" y="4069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Invariants: stock and money must stay conserved — checked live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6217920" y="4069080"/>
            <a:ext cx="548640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17920" y="4069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Deadlocks and business rejections are expected load events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502920" y="5120640"/>
            <a:ext cx="548640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" y="512064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mon$ memory peaks at 4 levels: db / attachments / transactions / statements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6217920" y="5120640"/>
            <a:ext cx="548640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17920" y="512064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&amp; SQL: github.com/FirebirdSQL/oltp-emul (MIT, Pavel Zotov)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521208" y="61264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units, 1 transaction each. The database is the application — the generator decides what happens next.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Provision → run → report — one lifecycle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OLTPEMUL tab drives the whole flow: provision a benchmark database, run it, read the score.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3703320" cy="44805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Provision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85800" y="2011680"/>
            <a:ext cx="3337560" cy="2011680"/>
          </a:xfrm>
          <a:prstGeom prst="roundRect">
            <a:avLst>
              <a:gd name="adj" fmla="val 2727"/>
            </a:avLst>
          </a:prstGeom>
          <a:solidFill>
            <a:srgbClr val="1C2733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103120"/>
            <a:ext cx="30632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provision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--dsn "127.0.0.1/3055:C:\\data\\olt.fdb"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--working-mode SMALL_01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--init-docs 3000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85800" y="411480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DB → DDL → procedures → settings → dictionaries → documents. Async job with progress; the database self-registers in the fleet.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16552" y="1371600"/>
            <a:ext cx="3703320" cy="44805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9432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Run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599432" y="2011680"/>
            <a:ext cx="3337560" cy="1463040"/>
          </a:xfrm>
          <a:prstGeom prst="roundRect">
            <a:avLst>
              <a:gd name="adj" fmla="val 3750"/>
            </a:avLst>
          </a:prstGeom>
          <a:solidFill>
            <a:srgbClr val="1C2733"/>
          </a:solidFill>
          <a:ln/>
        </p:spPr>
      </p:sp>
      <p:sp>
        <p:nvSpPr>
          <p:cNvPr id="14" name="Text 11"/>
          <p:cNvSpPr/>
          <p:nvPr/>
        </p:nvSpPr>
        <p:spPr>
          <a:xfrm>
            <a:off x="4736592" y="210312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OLTPEMUL tab → Start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unit mix editable live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/api/sessions/$ID/emul/weights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99432" y="411480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guard first. Weighted random units, one transaction each, per-unit outcomes: ok / conflict / rejected / failure.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330184" y="1371600"/>
            <a:ext cx="3703320" cy="44805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13064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Report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513064" y="2011680"/>
            <a:ext cx="3337560" cy="2011680"/>
          </a:xfrm>
          <a:prstGeom prst="roundRect">
            <a:avLst>
              <a:gd name="adj" fmla="val 2727"/>
            </a:avLst>
          </a:prstGeom>
          <a:solidFill>
            <a:srgbClr val="1C2733"/>
          </a:solidFill>
          <a:ln/>
        </p:spPr>
      </p:sp>
      <p:sp>
        <p:nvSpPr>
          <p:cNvPr id="19" name="Text 16"/>
          <p:cNvSpPr/>
          <p:nvPr/>
        </p:nvSpPr>
        <p:spPr>
          <a:xfrm>
            <a:off x="8650224" y="2103120"/>
            <a:ext cx="30632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results_emul.txt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live score, per-unit table,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memory peaks, invariants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513064" y="411480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 (actions/min) frozen into the report dir and run history — compare runs over time.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6035040"/>
            <a:ext cx="111556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2920" y="6035040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headless too: the same REST API drives provisioning, starting and stopping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OLTPEMUL dashboard — truth per unit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score, memory peaks, invariant status and the per-unit outcome table — one tab, one database, one click to start.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1120140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ui_oltpem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651" y="1435608"/>
            <a:ext cx="7159939" cy="398678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5715000"/>
            <a:ext cx="26974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02920" y="571500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 sparkline per 10 s interval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355848" y="5715000"/>
            <a:ext cx="26974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355848" y="571500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peaks: db / att / trn / stmt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208776" y="5715000"/>
            <a:ext cx="26974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08776" y="571500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per-unit ok · conflict · rejected · fail + avg/max ms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9061704" y="5715000"/>
            <a:ext cx="26974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061704" y="571500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last runs: score comparison over time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Typical scenarios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3703320" cy="420624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Nightly soak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337560" cy="2743200"/>
          </a:xfrm>
          <a:prstGeom prst="roundRect">
            <a:avLst>
              <a:gd name="adj" fmla="val 2000"/>
            </a:avLst>
          </a:prstGeom>
          <a:solidFill>
            <a:srgbClr val="1C2733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103120"/>
            <a:ext cx="30632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-X POST $BASE/api/schedules -d '{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"trigger": {"type":"cron",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"cron":"0 2 * * *"},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"run": {"timeLimitMin":30},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"notifyUrl":"https://hooks/…"}'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85800" y="4846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night at 02:00, 30 minutes, webhook tells you the outcome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416552" y="1371600"/>
            <a:ext cx="3703320" cy="420624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99432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spike test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99432" y="2011680"/>
            <a:ext cx="3337560" cy="2743200"/>
          </a:xfrm>
          <a:prstGeom prst="roundRect">
            <a:avLst>
              <a:gd name="adj" fmla="val 2000"/>
            </a:avLst>
          </a:prstGeom>
          <a:solidFill>
            <a:srgbClr val="1C2733"/>
          </a:solidFill>
          <a:ln/>
        </p:spPr>
      </p:sp>
      <p:sp>
        <p:nvSpPr>
          <p:cNvPr id="13" name="Text 10"/>
          <p:cNvSpPr/>
          <p:nvPr/>
        </p:nvSpPr>
        <p:spPr>
          <a:xfrm>
            <a:off x="4736592" y="2103120"/>
            <a:ext cx="30632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 --api-only &amp;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-X POST $BASE/api/schedules/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$SID/trigger        # fire now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$BASE/api/runs/$RUN   # outcome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fail the build on outcome != ok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99432" y="4846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Headless process in CI; build fails if the run fails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30184" y="1371600"/>
            <a:ext cx="3703320" cy="420624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 health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13064" y="2011680"/>
            <a:ext cx="3337560" cy="2743200"/>
          </a:xfrm>
          <a:prstGeom prst="roundRect">
            <a:avLst>
              <a:gd name="adj" fmla="val 2000"/>
            </a:avLst>
          </a:prstGeom>
          <a:solidFill>
            <a:srgbClr val="1C2733"/>
          </a:solidFill>
          <a:ln/>
        </p:spPr>
      </p:sp>
      <p:sp>
        <p:nvSpPr>
          <p:cNvPr id="18" name="Text 15"/>
          <p:cNvSpPr/>
          <p:nvPr/>
        </p:nvSpPr>
        <p:spPr>
          <a:xfrm>
            <a:off x="8650224" y="2103120"/>
            <a:ext cx="30632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$BASE/api/fleet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$BASE/metrics | grep fbloadgen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running, budget, TPS, errors,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next scheduled fire — in Prometheus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513064" y="4846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scrape shows the whole fleet's load state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21208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API drives all three — the UI, CI and cron are interchangeable clients.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we are, where we go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54864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201168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runs (once / interval / cron)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history with per-session outcomes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Webhooks + Prometheus /metrics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hardening: auth, CORS, headless mode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OpenAPI 3.1 spec for the whole API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oltp-emul business-process mode + OLTPEMUL dashboard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(vet + race + 3 OS) and multi-platform releases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driver fork under the hood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4864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46520" y="201168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credential storage (no plaintext settings)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chains (run A, then B)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use case here — tell us what you need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21208" y="59436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Docs: </a:t>
            </a:r>
            <a:pPr algn="ct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README.md · API.md · IMPROVEMENTS.md</a:t>
            </a:r>
            <a:pPr algn="ctr"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Start:  </a:t>
            </a:r>
            <a:pPr algn="ct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— quick reference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20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11201400" cy="4937760"/>
          </a:xfrm>
          <a:prstGeom prst="roundRect">
            <a:avLst>
              <a:gd name="adj" fmla="val 1111"/>
            </a:avLst>
          </a:prstGeom>
          <a:solidFill>
            <a:srgbClr val="1C2733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417320"/>
            <a:ext cx="109270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--profile write-heavy --dsn "host/3050:path\db.fdb"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 [--api-only] [--ui-token T] [--ui-addr 127.0.0.1:9000]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control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/api/sessions            GET  /api/fleet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/api/sessions/{id}/start      {"timeLimitMin": 15, "wait": false}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/api/sessions/{id}/stop | pause | resume | validate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/api/sessions/start-all | stop-all | pause-all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schedule + history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GET|POST /api/schedules       PATCH|DELETE /api/schedules/{id}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/api/schedules/{id}/trigger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/api/runs | /api/runs/{id} | POST /api/runs/{id}/cancel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/api/sessions/{id}/runs | /report | /report/{file}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/api/health | /api/version | /metrics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IBSurgeon Firebird Load Generator</dc:title>
  <dc:subject>PptxGenJS Presentation</dc:subject>
  <dc:creator>IBSurgeon</dc:creator>
  <cp:lastModifiedBy>IBSurgeon</cp:lastModifiedBy>
  <cp:revision>1</cp:revision>
  <dcterms:created xsi:type="dcterms:W3CDTF">2026-09-19T12:00:55Z</dcterms:created>
  <dcterms:modified xsi:type="dcterms:W3CDTF">2026-09-19T12:00:55Z</dcterms:modified>
</cp:coreProperties>
</file>